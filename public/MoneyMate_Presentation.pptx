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EXECUTIVE PRODUCT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MoneyMate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The Next-Generation Personal Wealth &amp; AI Financial Intelligence Platform</a:t>
            </a:r>
            <a:br/>
            <a:r>
              <a:t>Built for Real Data Clarity, Automated Tracking, Household Security &amp; Youth Financial Literacy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320040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🤖  AI Copilot &amp; Insights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Personalized financial advisory powered by real user analytics &amp; smart budgeting logic.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4114800"/>
            <a:ext cx="320040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📊  Full Wealth Suite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Statement OCR, recurring commitment detector, safety net planner &amp; time machine simulator.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4114800"/>
            <a:ext cx="320040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🐣  MoneyMate Junior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Gamified child financial literacy mode protected by parental key security.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MODULE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Unified Financial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 real-time command center giving users complete control over cash flow, net worth, and high-frequency quick actions.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1206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📈  Real-Time Income vs. Expense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Instant visual feedback on total monthly earnings, category expenditure, and live savings rate calculations with synchronized health metrics.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94560"/>
            <a:ext cx="51206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⚡  One-Tap Quick Actions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Direct shortcuts to add income/expense, launch the AI Copilot, run the Wealth Time Machine, or check your Financial Health Score.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51206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🎨  Modern Glassmorphism UI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Vibrant dark mode UI built with modern typography, smooth micro-interactions, and responsive layout standards.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389120"/>
            <a:ext cx="51206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🛡️  Privacy-First Architecture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End-to-end data security ensuring no sensitive financial records are shared or stored unencrypted.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MODULE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Smart Import &amp; OCR Scanner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Eliminate manual data entry with automated bank statement parsing and camera OCR receipt scanning.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1206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📄  Automated Bank Statement Import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Upload multi-bank PDF/CSV/Excel statements. Automatically extracts transactions, dates, amounts, and merchant tags seamlessly.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94560"/>
            <a:ext cx="51206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📷  Intelligent Receipt OCR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Scan physical receipts using device camera or file upload. Extracts merchant name, total price, line items, and date instantly.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51206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🏷️  Auto-Categorization Engine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Intelligently classifies transactions into Food, Utilities, Shopping, Bills, Transport, and Entertainment without manual effort.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389120"/>
            <a:ext cx="51206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🔍  Duplicate &amp; Anomaly Shield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Prevents double-counting imported statement entries and flags suspicious or unusual spending spikes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MODULE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Bills &amp; Commitments Radar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Never miss a bill or EMI payment again. Automated detection of recurring subscriptions, utilities, and financial commitments.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3291840" cy="3474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🔄  Auto-Subscription Detection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Smart algorithms scan transaction history to auto-identify Netflix, Spotify, Gym, SIPs, EMIs, and recurring bills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560320"/>
            <a:ext cx="3291840" cy="3474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📅  Upcoming Due Calendar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Organized chronological list of due dates with status indicators (Paid, Upcoming Dues, Pending Payments) to keep bills on track.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560320"/>
            <a:ext cx="3291840" cy="3474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🚨  Cash Flow Defense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Proactively warns users if upcoming commitments exceed predicted account balance to prevent overdraft fees and penalties.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MODULE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Financial Health &amp; Safety 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Comprehensive financial diagnostic score paired with a data-driven survival planner for emergencies.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12064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🩺  Algorithmic Health Score (0–100)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Evaluates 4 critical financial pillars:</a:t>
            </a:r>
            <a:br/>
            <a:br/>
            <a:r>
              <a:t>• Savings Rate Performance</a:t>
            </a:r>
            <a:br/>
            <a:r>
              <a:t>• Emergency Fund Cushion</a:t>
            </a:r>
            <a:br/>
            <a:r>
              <a:t>• Debt-to-Income Ratio</a:t>
            </a:r>
            <a:br/>
            <a:r>
              <a:t>• Budget Adherence Discipline</a:t>
            </a:r>
            <a:br/>
            <a:br/>
            <a:r>
              <a:t>Provides real-time actionable steps to continuously improve financial fitness scores.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94560"/>
            <a:ext cx="512064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🛟  Financial Survival Planner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Calculates exact monthly survival expense baselines:</a:t>
            </a:r>
            <a:br/>
            <a:br/>
            <a:r>
              <a:t>• Essential Housing &amp; Food Baseline</a:t>
            </a:r>
            <a:br/>
            <a:r>
              <a:t>• Emergency Fund Target Calculator</a:t>
            </a:r>
            <a:br/>
            <a:r>
              <a:t>• Cash Runway Months Estimation</a:t>
            </a:r>
            <a:br/>
            <a:r>
              <a:t>• Burn Rate Optimization</a:t>
            </a:r>
            <a:br/>
            <a:br/>
            <a:r>
              <a:t>Protects households against unexpected income shocks and emergencies.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MODULE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Wealth Time Machine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Interactive future wealth forecasting engine. Project net worth expansion over 5, 10, 20, or 30 years.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12064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⏳  Compound Growth Projections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Simulates long-term wealth trajectory:</a:t>
            </a:r>
            <a:br/>
            <a:br/>
            <a:r>
              <a:t>• Monthly Savings &amp; SIP Compounding</a:t>
            </a:r>
            <a:br/>
            <a:r>
              <a:t>• Expected Yield &amp; Annual Inflation Adjustments</a:t>
            </a:r>
            <a:br/>
            <a:r>
              <a:t>• 5, 10, 20, 30 Year Interactive Timelines</a:t>
            </a:r>
            <a:br/>
            <a:br/>
            <a:r>
              <a:t>Allows users to visualize exact net worth milestones before making major investments.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94560"/>
            <a:ext cx="512064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🎯  Life Milestone Modeler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Tests real-world financial decision scenarios:</a:t>
            </a:r>
            <a:br/>
            <a:br/>
            <a:r>
              <a:t>• 'What if I buy a home in 3 years?'</a:t>
            </a:r>
            <a:br/>
            <a:r>
              <a:t>• 'What if I increase monthly SIP by 15%?'</a:t>
            </a:r>
            <a:br/>
            <a:r>
              <a:t>• 'What if I take a 6-month career sabbatical?'</a:t>
            </a:r>
            <a:br/>
            <a:br/>
            <a:r>
              <a:t>Provides instant risk-adjusted outcome forecasts.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MODULE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MoneyMate Junior — Youth Financial Literacy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 dedicated, kid-friendly financial literacy experience empowering children to learn smart saving habits early.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3291840" cy="3474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🔐  Parental PIN Security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Parental Key gatekeeping ensures only parents can deposit allowance payouts, adjust spending limits, or manage settings.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560320"/>
            <a:ext cx="3291840" cy="3474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🐖  Allowance &amp; Goal Saver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Visual progress bars for kids' savings goals (toys, bikes, games, books) with celebratory micro-animations on milestones.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560320"/>
            <a:ext cx="3291840" cy="3474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⭐  Chore Rewards &amp; Quests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Gamified task completion engine rewarding daily responsibility and financial discipline with allowance payouts.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MODULE 07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Knowledge Hub &amp; Live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Tailored financial education, tax regime calculators, and direct access to the live cloud application.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120640" cy="2103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📚  Personalized Knowledge Hub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Curated articles, tax guides comparing New vs. Old Tax Regimes, debt payoff strategies, and beginner SIP investment rules.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94560"/>
            <a:ext cx="5120640" cy="2103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🚀  Live Vercel Cloud Deployment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Fully built, optimized, and deployed live on Vercel with automated CI/CD and sub-second loading performance.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607040" cy="164592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FFFFFF"/>
                </a:solidFill>
              </a:defRPr>
            </a:pPr>
            <a:r>
              <a:t>🔗 Experience MoneyMate Live</a:t>
            </a:r>
          </a:p>
          <a:p>
            <a:pPr algn="ctr">
              <a:defRPr sz="1600" b="1">
                <a:solidFill>
                  <a:srgbClr val="10B981"/>
                </a:solidFill>
              </a:defRPr>
            </a:pPr>
            <a:r>
              <a:t>https://money-mate-finance-app.vercel.app/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